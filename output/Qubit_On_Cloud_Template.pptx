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" cy="514350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0" y="7315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TITOLO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Presentazione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01168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Sottotitolo della presentazione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QUBIT ON CLOUD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trustgov.tech · GeoTech Dispatch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Sezione Uno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della sezione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Sezione Due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della sezione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Sezione Tre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della sezione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Sezione Quattro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della sezione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-274320"/>
            <a:ext cx="1645920" cy="292608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377440"/>
            <a:ext cx="1645920" cy="1828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914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Titolo Sezione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Sottotitolo opzionale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Titolo Slide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Inserire qui il testo del contenuto principale. Questo layout è adatto per descrizioni, analisi testuali, o spiegazioni dettagliate dove serve spazio per il testo. La formattazione è semplice e pulita per massimizzare la leggibilità.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 Elementi Chiave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2560320" cy="54864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97864"/>
            <a:ext cx="2560320" cy="3200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 Uno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 primo elemento con dettagli rilevanti per il contenuto.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2560320" cy="54864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197864"/>
            <a:ext cx="2560320" cy="3200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 Due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 secondo elemento con dettagli rilevanti per il contenuto.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560320" cy="54864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97864"/>
            <a:ext cx="2560320" cy="3200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 Tre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 terzo elemento con dettagli rilevanti per il contenuto.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di Valore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291840" cy="3657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 valore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sintetica della proposta di valore e del posizionamento.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Chiave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1417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dell'attività con dettagli operativi.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Chiave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560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dell'attività con dettagli operativi.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Chiave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3703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dell'attività con dettagli operativi.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Matrice di Valutazione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40180"/>
                <a:gridCol w="1440180"/>
                <a:gridCol w="1440180"/>
                <a:gridCol w="14401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Base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Intermedio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Avanzato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Eccellenza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A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Criterio 1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Criterio 2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Criterio 3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Criterio 4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Criterio 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 / Processo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 importante che cattura l'attenzione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Descrizione aggiuntiva o contesto del dato presentato sopra.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B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"Inserire qui una citazione o un posizionamento strategico che riassume il messaggio chiave della presentazione"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Autore o Fonte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25400">
            <a:solidFill>
              <a:srgbClr val="D6E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1719072"/>
            <a:ext cx="219456" cy="219456"/>
          </a:xfrm>
          <a:prstGeom prst="ellipse">
            <a:avLst/>
          </a:prstGeom>
          <a:solidFill>
            <a:srgbClr val="003BA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Mesi 1–4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719072"/>
            <a:ext cx="219456" cy="219456"/>
          </a:xfrm>
          <a:prstGeom prst="ellipse">
            <a:avLst/>
          </a:prstGeom>
          <a:solidFill>
            <a:srgbClr val="003BA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Mesi 5–8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71232" y="1719072"/>
            <a:ext cx="219456" cy="219456"/>
          </a:xfrm>
          <a:prstGeom prst="ellipse">
            <a:avLst/>
          </a:prstGeom>
          <a:solidFill>
            <a:srgbClr val="003BA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Mesi 9–12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Attività 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1645920" cy="320040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2926080"/>
            <a:ext cx="1645920" cy="22174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Grazie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Domande?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info@qubitoncloud.com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qubitoncloud.com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trustgov.tech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Via Verdi, Sesto San Giovanni 20099 MI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QUBIT ON CLOUD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Qubit On Cloud - Consulting Template</dc:title>
  <dc:subject>PptxGenJS Presentation</dc:subject>
  <dc:creator>Qubit On Cloud</dc:creator>
  <cp:lastModifiedBy>Qubit On Cloud</cp:lastModifiedBy>
  <cp:revision>1</cp:revision>
  <dcterms:created xsi:type="dcterms:W3CDTF">2026-03-26T10:36:48Z</dcterms:created>
  <dcterms:modified xsi:type="dcterms:W3CDTF">2026-03-26T10:36:48Z</dcterms:modified>
</cp:coreProperties>
</file>